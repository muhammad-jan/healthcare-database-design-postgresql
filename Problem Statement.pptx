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4E69-4F60-BF71-9C6F-C6BBCA4F6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31EBC-D13A-52B4-59CD-2F3FFA96B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F559F-B600-1816-A001-332190BB0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0FD1-4A25-4BC2-F950-5010DE8B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EBD37-322B-341F-8CF9-14BDF462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6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0A20-B4F6-5569-DFE4-1C84CDB4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AFE40-BC95-CE0C-3F64-F9D46EE27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5E916-B8F1-ADD5-8ABB-A98B271A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EC639-379A-EBE4-BB21-5DACF5D1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E4227-CD09-B464-3834-717E3C36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1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08F9-55BE-FEB4-6F7D-17303016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8979C-CAFC-31EE-16E7-379ADD253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29095-DE5F-D186-B685-EACCF12C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29FF0-D1A4-8052-EFAF-2F431205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77EAE-0CB5-ED78-D5D9-FAC4406E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1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E566-6149-EE92-A381-8BCCFB13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E0BB-0408-6C13-3E58-160CB5BD5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F5A09-708D-02C6-B51F-65CF2D229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D920E-F3D7-02A6-2A51-5A521902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A6CEC-A935-5B7D-A00B-C19AA9C8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3B819-792F-0021-94C9-F82B9EDC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9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D8CD-6EF3-1D2E-09E4-4E6AD190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9427A-5D6F-E66A-97CD-FC1083D38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083E0-186F-FC52-EE1B-5BC64F6B2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147E0-50D0-2043-A8D8-D05897350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73045-780A-C7CF-E4A2-DCA5F69D0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E1F2C3-0145-E848-C0CF-F768CD72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74AEC-47B9-1B5D-4B29-06463836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A084B7-513A-4C4E-B30F-977C324F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D84E2-E492-BCFB-BBB0-1C21FF45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7B732-D122-5271-773E-D6838E08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646E3-F3B2-222E-44FB-07734B4A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48EC4-1532-5D5D-358C-61FBB1AA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2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3A96E-6DF2-1241-D40F-EC1F621B4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BFCD1-B8F8-B923-35FD-28537C10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27224-30BA-FE0D-58AD-04206F4B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DAC9-DAB5-ED8A-D3A9-2401C1899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2433F-14B2-99AC-2C13-EE9829437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80544-4CEC-C9C4-04FF-80786455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3EFF9-430B-9451-A022-3A2383F7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9EF72-98C8-43CD-6BD4-A49B779B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EE0BA-83D1-07A5-A114-643DFB14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61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7AAA-9916-0552-A926-7787FBEAE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D59DD-008B-E7AB-903A-F0B5BEA8C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A96F5-B4F2-E99F-FAB0-DCF1131DA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85CAC-4E32-8646-53C5-6815F12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26598-E64A-F167-EA46-AF112988F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93E82-F35F-17C9-95C0-DAC6D8219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6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2C18-40AE-2C82-A73F-9A6642A1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A508E-EA13-F258-C3C8-0E3FA5E46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FCEC0-1D97-FD77-C351-14BD8F55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DE5C0-2C07-241A-50A6-D1B502C5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292B4-B01F-8F1A-A10D-7CDC3A36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4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13DD7-CAA6-F4F6-E687-852F08052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E45E1-6218-FF8D-B66D-2C0E6F35C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8B506-2870-8FAD-CEA6-D3FDC368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FCEE-1D2C-CD77-26A4-38FE41F5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2D4E9-77CB-FBD9-D3EC-9249475E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4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28B24-C844-F3D3-075E-682735BE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4B449-B32F-162C-110E-84949A16D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CAD4F-3188-8018-7F90-166607AF4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B976-2CB3-4898-950A-BA4B01B5D2F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48999-2F7A-700F-DFBB-FEDC55AEF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27B2B-1517-076D-C234-5235F3901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81B2D-C578-46AF-8DE1-336178F0C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1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3241CC-7335-BAD1-5148-BE3994343443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E1D45A-D49E-B972-4EBC-A1B1821E8071}"/>
              </a:ext>
            </a:extLst>
          </p:cNvPr>
          <p:cNvSpPr txBox="1"/>
          <p:nvPr/>
        </p:nvSpPr>
        <p:spPr>
          <a:xfrm>
            <a:off x="0" y="1185576"/>
            <a:ext cx="1154430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Business Challenges:</a:t>
            </a:r>
          </a:p>
          <a:p>
            <a:endParaRPr lang="en-US" sz="2800" b="1" dirty="0"/>
          </a:p>
          <a:p>
            <a:r>
              <a:rPr lang="en-US" sz="2800" b="1" dirty="0"/>
              <a:t>1. Identified Business Problem</a:t>
            </a:r>
            <a:br>
              <a:rPr lang="en-US" sz="2000" dirty="0"/>
            </a:br>
            <a:r>
              <a:rPr lang="en-US" sz="2000" dirty="0"/>
              <a:t>Healthcare organizations manage large volumes of patient data including: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Patient demographics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Medical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Medications and allergies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Appointment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Without a structured database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Patient tracking becomes inefficient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Follow-up identification is difficult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inconsistency increases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Reporting and analysis become time-consuming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008C9-885C-DADF-35BD-B2D2415ABC48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82169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3241CC-7335-BAD1-5148-BE3994343443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E1D45A-D49E-B972-4EBC-A1B1821E8071}"/>
              </a:ext>
            </a:extLst>
          </p:cNvPr>
          <p:cNvSpPr txBox="1"/>
          <p:nvPr/>
        </p:nvSpPr>
        <p:spPr>
          <a:xfrm>
            <a:off x="142875" y="680751"/>
            <a:ext cx="11544301" cy="307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2. Proposed Database Solution:-</a:t>
            </a:r>
            <a:endParaRPr lang="en-US" sz="2000" dirty="0"/>
          </a:p>
          <a:p>
            <a:r>
              <a:rPr lang="en-US" sz="2000" dirty="0"/>
              <a:t>To solve this problem:</a:t>
            </a:r>
          </a:p>
          <a:p>
            <a:endParaRPr lang="en-US" sz="11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relational database was designed using PostgreSQL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Centralized table structure created for medical records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Applied primary key and data constraints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Enabled structured storage and efficient querying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This ensures accuracy, consistency, and fast retrieval of patient data.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008C9-885C-DADF-35BD-B2D2415ABC48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91882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3241CC-7335-BAD1-5148-BE3994343443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E1D45A-D49E-B972-4EBC-A1B1821E8071}"/>
              </a:ext>
            </a:extLst>
          </p:cNvPr>
          <p:cNvSpPr txBox="1"/>
          <p:nvPr/>
        </p:nvSpPr>
        <p:spPr>
          <a:xfrm>
            <a:off x="142875" y="680751"/>
            <a:ext cx="1154430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3. Proposed Data Structure:-</a:t>
            </a:r>
          </a:p>
          <a:p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008C9-885C-DADF-35BD-B2D2415ABC48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3CCAD0-A13B-7C28-945C-E697F8AEB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530070"/>
            <a:ext cx="4177747" cy="5124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table: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</a:rPr>
              <a:t>medical_records</a:t>
            </a: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Key attributes: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(Primary Key)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date_of_birth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medical_conditions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allergies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last_appointment_date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Each record represents one unique patient. </a:t>
            </a:r>
          </a:p>
        </p:txBody>
      </p:sp>
    </p:spTree>
    <p:extLst>
      <p:ext uri="{BB962C8B-B14F-4D97-AF65-F5344CB8AC3E}">
        <p14:creationId xmlns:p14="http://schemas.microsoft.com/office/powerpoint/2010/main" val="18594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3241CC-7335-BAD1-5148-BE3994343443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E1D45A-D49E-B972-4EBC-A1B1821E8071}"/>
              </a:ext>
            </a:extLst>
          </p:cNvPr>
          <p:cNvSpPr txBox="1"/>
          <p:nvPr/>
        </p:nvSpPr>
        <p:spPr>
          <a:xfrm>
            <a:off x="142875" y="680751"/>
            <a:ext cx="1154430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4. Use of Business Data:-</a:t>
            </a:r>
          </a:p>
          <a:p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008C9-885C-DADF-35BD-B2D2415ABC48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3CCAD0-A13B-7C28-945C-E697F8AEB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108699"/>
            <a:ext cx="534422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>
                <a:highlight>
                  <a:srgbClr val="FFFF00"/>
                </a:highlight>
              </a:rPr>
              <a:t>The stored data supports:</a:t>
            </a:r>
            <a:endParaRPr lang="en-US" sz="2000" dirty="0">
              <a:highlight>
                <a:srgbClr val="FFFF00"/>
              </a:highlight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Identifying high-risk patients.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Tracking follow-up requirements.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Analyzing condition distribution.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Supporting healthcare resource planning.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Generating administrative and clinical reports.</a:t>
            </a:r>
          </a:p>
        </p:txBody>
      </p:sp>
    </p:spTree>
    <p:extLst>
      <p:ext uri="{BB962C8B-B14F-4D97-AF65-F5344CB8AC3E}">
        <p14:creationId xmlns:p14="http://schemas.microsoft.com/office/powerpoint/2010/main" val="427096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3241CC-7335-BAD1-5148-BE3994343443}"/>
              </a:ext>
            </a:extLst>
          </p:cNvPr>
          <p:cNvCxnSpPr>
            <a:cxnSpLocks/>
          </p:cNvCxnSpPr>
          <p:nvPr/>
        </p:nvCxnSpPr>
        <p:spPr>
          <a:xfrm>
            <a:off x="-114300" y="866120"/>
            <a:ext cx="1230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E1D45A-D49E-B972-4EBC-A1B1821E8071}"/>
              </a:ext>
            </a:extLst>
          </p:cNvPr>
          <p:cNvSpPr txBox="1"/>
          <p:nvPr/>
        </p:nvSpPr>
        <p:spPr>
          <a:xfrm>
            <a:off x="142875" y="680751"/>
            <a:ext cx="1154430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5. Justification &amp; Scalability:-</a:t>
            </a:r>
          </a:p>
          <a:p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008C9-885C-DADF-35BD-B2D2415ABC48}"/>
              </a:ext>
            </a:extLst>
          </p:cNvPr>
          <p:cNvSpPr txBox="1"/>
          <p:nvPr/>
        </p:nvSpPr>
        <p:spPr>
          <a:xfrm>
            <a:off x="0" y="0"/>
            <a:ext cx="7574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3CCAD0-A13B-7C28-945C-E697F8AEB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521243"/>
            <a:ext cx="70151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A relational database solution ensures: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Centralized and consistent data storage.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Structured querying using SQL.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Scalability for 100,000+ records.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Future normalization capability.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Performance optimization using indexing.</a:t>
            </a:r>
          </a:p>
          <a:p>
            <a:r>
              <a:rPr lang="en-US" sz="2000" dirty="0"/>
              <a:t>This makes the system reliable for growing healthcare operations.</a:t>
            </a:r>
          </a:p>
        </p:txBody>
      </p:sp>
    </p:spTree>
    <p:extLst>
      <p:ext uri="{BB962C8B-B14F-4D97-AF65-F5344CB8AC3E}">
        <p14:creationId xmlns:p14="http://schemas.microsoft.com/office/powerpoint/2010/main" val="992969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240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Lato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muhammed Jan</dc:creator>
  <cp:lastModifiedBy>muhammed Jan</cp:lastModifiedBy>
  <cp:revision>1</cp:revision>
  <dcterms:created xsi:type="dcterms:W3CDTF">2026-02-18T21:40:36Z</dcterms:created>
  <dcterms:modified xsi:type="dcterms:W3CDTF">2026-02-18T21:55:36Z</dcterms:modified>
</cp:coreProperties>
</file>